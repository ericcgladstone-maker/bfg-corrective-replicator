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557538" y="2571750"/>
            <a:ext cx="10887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Panel C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740200" y="0"/>
            <a:ext cx="10887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Panel A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6504375" y="0"/>
            <a:ext cx="10887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Panel B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6504363" y="2571750"/>
            <a:ext cx="10887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Panel D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000" y="280775"/>
            <a:ext cx="3175000" cy="229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4453" y="280778"/>
            <a:ext cx="3148559" cy="229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7625" y="2868175"/>
            <a:ext cx="3148550" cy="2275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74450" y="2868175"/>
            <a:ext cx="3148558" cy="227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